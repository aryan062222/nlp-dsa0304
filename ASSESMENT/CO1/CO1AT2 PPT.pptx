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S" userId="fb082ff975d4488a" providerId="LiveId" clId="{0985D53A-F5CC-41C6-884A-FDC0B916C52D}"/>
    <pc:docChg chg="modSld">
      <pc:chgData name="Aryan S" userId="fb082ff975d4488a" providerId="LiveId" clId="{0985D53A-F5CC-41C6-884A-FDC0B916C52D}" dt="2026-10-09T07:09:30.143" v="6" actId="20577"/>
      <pc:docMkLst>
        <pc:docMk/>
      </pc:docMkLst>
      <pc:sldChg chg="modSp mod">
        <pc:chgData name="Aryan S" userId="fb082ff975d4488a" providerId="LiveId" clId="{0985D53A-F5CC-41C6-884A-FDC0B916C52D}" dt="2026-10-09T07:09:30.143" v="6" actId="20577"/>
        <pc:sldMkLst>
          <pc:docMk/>
          <pc:sldMk cId="2237570194" sldId="258"/>
        </pc:sldMkLst>
        <pc:spChg chg="mod">
          <ac:chgData name="Aryan S" userId="fb082ff975d4488a" providerId="LiveId" clId="{0985D53A-F5CC-41C6-884A-FDC0B916C52D}" dt="2026-10-09T07:09:30.143" v="6" actId="20577"/>
          <ac:spMkLst>
            <pc:docMk/>
            <pc:sldMk cId="2237570194" sldId="258"/>
            <ac:spMk id="3" creationId="{5C2F969F-8197-28C5-CB5B-19E20DD611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7C65-02E9-1DD0-D0C0-825D2DD89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4D0A6-5261-F99A-78CC-D39464CCD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43404-00E1-97BD-C396-472E0ADC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4B2D6-8095-C758-FC1B-7C260D42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8D72-0532-6538-4EE1-51D19476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0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5C4E-EAED-1857-82FD-46359DB3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F76A4-6813-BCFE-13CC-1E4510B11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064A-2894-2F9C-8242-530074E2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7A086-0444-4AE1-67C0-3608624E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D2F6F-8131-CC12-7AD4-5524AE30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1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B50F-DC33-E4F8-68C7-BBB7C012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C584-3ABA-AB68-AAEF-2959E8A9F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232AC-8CEB-68EF-7ED1-AB582C30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88B1-FD1F-64B3-F876-2542110D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5ADE9-8197-AF70-EA44-E0476167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79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4367-FFFD-D387-581E-F15184C9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6A43-D1C5-4CEE-CE29-4E808698A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E037E-AFDA-C8EB-3BAD-CEB7E9497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028A7-CF2E-220E-F910-DB5E3D34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AB120-4AF5-CC4D-7E7F-84F9AED5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E55FD-11F0-2C8D-45E3-86E52DFD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59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9BB0-2D40-677F-917D-B606F754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4A6F2-091B-2FCA-658A-A48CD5399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DDA2-E2AB-54B2-71F0-B29752DE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E9DDC-D94C-0FA4-1C7C-9083967D5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A893E-D091-005F-1D23-AA949F794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145AA-4EFA-9924-EACD-B0BD3084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9E07F-E781-11D2-4C06-BF94E800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AADCD-AE4A-6361-A222-7813E63A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28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193C-AC6C-B957-9770-A2B7B868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CE589-3548-41D2-ECC7-60A87DF1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5F992-0A38-0A9D-DF90-CB7A35BF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51F26-FB28-2284-1F58-FE7116BF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6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1EC5D-E634-F783-FEF6-6D92DC873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C778E-2B9C-EC9F-6E2D-FD74779E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FEE60-C309-7D83-3D0E-E9580CEA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73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47BD-07DF-C426-15AC-053CBFD6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9D10-1320-289D-B383-C65383A1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28EAE-3155-B1A1-A5AD-21FF62ACD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418D2-1132-7F23-FEA1-3A537220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3C197-34D7-748A-4119-621CFADE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AEF57-428C-EBEC-6AB5-B7BE5789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91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54F-54A9-6CF4-E144-9A23DA90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FFAF8-CDBD-7CE3-11F3-A59C22D745F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D8ED4-6893-31C5-B49C-6720ABBF4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CB4DC-9ABB-C964-9E80-82722689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86C0A-E0FA-F877-4DFB-0AE9A00A6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9E8F2-99AD-91BC-21D5-E91D3154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26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9DBE-22E2-AED8-256C-48A3B748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157EF-B1D4-9246-DB95-52F4C2F15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64C1C-3E10-8AB1-54D4-90578BB7B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C99C-3FF1-B46E-B783-8DA4DA74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DC4D-330C-FDA9-C61A-2FAC316E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09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1069C-BEA0-9EDA-90A4-E49D451AA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4F021-6D41-64F0-B669-C111C633B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EB89-464C-603B-FB2D-6F226717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CF69F-2258-06ED-7427-1BEFF911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BF36-B887-074A-DB9C-142BDFFA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70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27054E-904A-8B80-9FE3-61DBECBE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28048-7429-4568-652D-049B87ABD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A763-0BB4-562D-DC7C-7B5CE06C3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0199-2392-4691-8E8E-8C750582CA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684F1-BE05-B298-F206-2249361EA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58DDF-4C8B-CE16-B950-890E4D3F0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06BBF-DFB9-4766-AFDE-35BCD8C64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10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CCF3-ED86-C63D-7EBC-01C7CD523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02076"/>
            <a:ext cx="9144000" cy="2387600"/>
          </a:xfrm>
        </p:spPr>
        <p:txBody>
          <a:bodyPr/>
          <a:lstStyle/>
          <a:p>
            <a:r>
              <a:rPr lang="en-IN" dirty="0"/>
              <a:t>Model Analysis and Algorithm Comparison</a:t>
            </a:r>
          </a:p>
        </p:txBody>
      </p:sp>
      <p:pic>
        <p:nvPicPr>
          <p:cNvPr id="5" name="Google Shape;88;p1" descr="SSE-Computer Science and Engineering">
            <a:extLst>
              <a:ext uri="{FF2B5EF4-FFF2-40B4-BE49-F238E27FC236}">
                <a16:creationId xmlns:a16="http://schemas.microsoft.com/office/drawing/2014/main" id="{6BF0E0BF-7D6D-4AA8-5B44-254FA982CC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73" y="551622"/>
            <a:ext cx="10554849" cy="1109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64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8C05-8963-D334-DA77-2A8E83D7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6299"/>
            <a:ext cx="10515600" cy="1325563"/>
          </a:xfrm>
        </p:spPr>
        <p:txBody>
          <a:bodyPr/>
          <a:lstStyle/>
          <a:p>
            <a:r>
              <a:rPr lang="en-IN" dirty="0"/>
              <a:t>What is Natural Language Processing (NLP)?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D46EA-D69A-5A5C-D0FD-BB26DA80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6921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NLP is a branch of Artificial Intelligence that helps computers understand human language.</a:t>
            </a:r>
          </a:p>
          <a:p>
            <a:pPr lvl="0"/>
            <a:r>
              <a:rPr lang="en-IN" dirty="0"/>
              <a:t>It processes and </a:t>
            </a:r>
            <a:r>
              <a:rPr lang="en-IN" dirty="0" err="1"/>
              <a:t>analyzes</a:t>
            </a:r>
            <a:r>
              <a:rPr lang="en-IN" dirty="0"/>
              <a:t> text and speech.</a:t>
            </a:r>
          </a:p>
          <a:p>
            <a:pPr lvl="0"/>
            <a:r>
              <a:rPr lang="en-IN" dirty="0"/>
              <a:t>NLP is used in chatbots, language translation, sentiment analysis, and text classification.</a:t>
            </a:r>
          </a:p>
          <a:p>
            <a:endParaRPr lang="en-IN" dirty="0"/>
          </a:p>
        </p:txBody>
      </p:sp>
      <p:pic>
        <p:nvPicPr>
          <p:cNvPr id="5" name="Google Shape;88;p1" descr="SSE-Computer Science and Engineering">
            <a:extLst>
              <a:ext uri="{FF2B5EF4-FFF2-40B4-BE49-F238E27FC236}">
                <a16:creationId xmlns:a16="http://schemas.microsoft.com/office/drawing/2014/main" id="{C244A6AA-EFBA-6131-2F40-850FBA02D7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73" y="551622"/>
            <a:ext cx="10554849" cy="1109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76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1968-C0C0-7AC3-CEF4-6F18272C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2531"/>
            <a:ext cx="10515600" cy="1325563"/>
          </a:xfrm>
        </p:spPr>
        <p:txBody>
          <a:bodyPr/>
          <a:lstStyle/>
          <a:p>
            <a:r>
              <a:rPr lang="en-IN" dirty="0"/>
              <a:t>Types of NLP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D27A5-9644-8D3C-A214-28D3EB48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574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Traditional Machine Learning Models</a:t>
            </a:r>
            <a:endParaRPr lang="en-IN" dirty="0"/>
          </a:p>
          <a:p>
            <a:pPr lvl="0"/>
            <a:r>
              <a:rPr lang="en-IN" dirty="0"/>
              <a:t>Examples: Naive Bayes and Support Vector Machine (SVM).</a:t>
            </a:r>
          </a:p>
          <a:p>
            <a:pPr lvl="0"/>
            <a:r>
              <a:rPr lang="en-IN" dirty="0"/>
              <a:t>Simple and fast for text classification.</a:t>
            </a:r>
          </a:p>
          <a:p>
            <a:r>
              <a:rPr lang="en-IN" b="1" dirty="0"/>
              <a:t>2. Deep Learning Models</a:t>
            </a:r>
            <a:endParaRPr lang="en-IN" dirty="0"/>
          </a:p>
          <a:p>
            <a:pPr lvl="0"/>
            <a:r>
              <a:rPr lang="en-IN" dirty="0"/>
              <a:t>Examples: RNN and LSTM.</a:t>
            </a:r>
          </a:p>
          <a:p>
            <a:pPr lvl="0"/>
            <a:r>
              <a:rPr lang="en-IN" dirty="0"/>
              <a:t>Learn complex patterns and relationships in text.</a:t>
            </a:r>
          </a:p>
          <a:p>
            <a:r>
              <a:rPr lang="en-IN" b="1" dirty="0"/>
              <a:t>3. Transformer Models</a:t>
            </a:r>
            <a:endParaRPr lang="en-IN" dirty="0"/>
          </a:p>
          <a:p>
            <a:pPr lvl="0"/>
            <a:r>
              <a:rPr lang="en-IN" dirty="0"/>
              <a:t>Examples: BERT and GPT.</a:t>
            </a:r>
          </a:p>
          <a:p>
            <a:pPr lvl="0"/>
            <a:r>
              <a:rPr lang="en-IN" dirty="0"/>
              <a:t>Understand the context and relationships between words.</a:t>
            </a:r>
          </a:p>
          <a:p>
            <a:pPr lvl="0"/>
            <a:r>
              <a:rPr lang="en-IN" dirty="0"/>
              <a:t>Used in modern chatbots and AI applications.</a:t>
            </a:r>
          </a:p>
        </p:txBody>
      </p:sp>
      <p:pic>
        <p:nvPicPr>
          <p:cNvPr id="7" name="Google Shape;88;p1" descr="SSE-Computer Science and Engineering">
            <a:extLst>
              <a:ext uri="{FF2B5EF4-FFF2-40B4-BE49-F238E27FC236}">
                <a16:creationId xmlns:a16="http://schemas.microsoft.com/office/drawing/2014/main" id="{5A8548E8-EC0C-7F86-3DE2-03F4E4676A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73" y="342901"/>
            <a:ext cx="10554849" cy="1109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57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4AE1-5446-3049-8DC4-DDE6B530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7403"/>
            <a:ext cx="10515600" cy="1325563"/>
          </a:xfrm>
        </p:spPr>
        <p:txBody>
          <a:bodyPr/>
          <a:lstStyle/>
          <a:p>
            <a:r>
              <a:rPr lang="en-IN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F969F-8197-28C5-CB5B-19E20DD6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626" y="3555034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Naive Bayes is suitable for simple classification tasks.</a:t>
            </a:r>
          </a:p>
          <a:p>
            <a:pPr lvl="0"/>
            <a:r>
              <a:rPr lang="en-IN" dirty="0"/>
              <a:t>SVM works well for many traditional text-classification problems.</a:t>
            </a:r>
          </a:p>
          <a:p>
            <a:pPr lvl="0"/>
            <a:r>
              <a:rPr lang="en-IN" dirty="0"/>
              <a:t>LSTM is useful for sequential language data.</a:t>
            </a:r>
          </a:p>
          <a:p>
            <a:pPr lvl="0"/>
            <a:r>
              <a:rPr lang="en-IN" dirty="0"/>
              <a:t>BERT provides </a:t>
            </a:r>
            <a:r>
              <a:rPr lang="en-IN"/>
              <a:t>strong content </a:t>
            </a:r>
            <a:r>
              <a:rPr lang="en-IN" dirty="0"/>
              <a:t>understanding.</a:t>
            </a:r>
          </a:p>
          <a:p>
            <a:endParaRPr lang="en-IN" dirty="0"/>
          </a:p>
        </p:txBody>
      </p:sp>
      <p:pic>
        <p:nvPicPr>
          <p:cNvPr id="5" name="Google Shape;88;p1" descr="SSE-Computer Science and Engineering">
            <a:extLst>
              <a:ext uri="{FF2B5EF4-FFF2-40B4-BE49-F238E27FC236}">
                <a16:creationId xmlns:a16="http://schemas.microsoft.com/office/drawing/2014/main" id="{ACA50DE4-6C46-C497-BACA-96B5730998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73" y="551622"/>
            <a:ext cx="10554849" cy="1109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757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D2B0-0926-1551-D985-9B702772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4218"/>
            <a:ext cx="10515600" cy="132556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975BE-D326-A4C1-D0DE-BB04D106F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9781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Different NLP algorithms have different strengths and limitations.</a:t>
            </a:r>
          </a:p>
          <a:p>
            <a:pPr lvl="0"/>
            <a:r>
              <a:rPr lang="en-IN" dirty="0"/>
              <a:t>Traditional models are useful for simple tasks.</a:t>
            </a:r>
          </a:p>
          <a:p>
            <a:pPr lvl="0"/>
            <a:r>
              <a:rPr lang="en-IN" dirty="0"/>
              <a:t>Deep learning models can learn complex language patterns.</a:t>
            </a:r>
          </a:p>
          <a:p>
            <a:pPr lvl="0"/>
            <a:r>
              <a:rPr lang="en-IN" dirty="0"/>
              <a:t>Transformer models such as BERT provide powerful contextual understanding.</a:t>
            </a:r>
          </a:p>
          <a:p>
            <a:pPr lvl="0"/>
            <a:r>
              <a:rPr lang="en-IN" dirty="0"/>
              <a:t>The best model depends on the task, dataset, accuracy requirements, and available resources.</a:t>
            </a:r>
          </a:p>
          <a:p>
            <a:endParaRPr lang="en-IN" dirty="0"/>
          </a:p>
        </p:txBody>
      </p:sp>
      <p:pic>
        <p:nvPicPr>
          <p:cNvPr id="5" name="Google Shape;88;p1" descr="SSE-Computer Science and Engineering">
            <a:extLst>
              <a:ext uri="{FF2B5EF4-FFF2-40B4-BE49-F238E27FC236}">
                <a16:creationId xmlns:a16="http://schemas.microsoft.com/office/drawing/2014/main" id="{996DE7D8-8714-5243-6D7A-609A8304FB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73" y="551622"/>
            <a:ext cx="10554849" cy="1109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028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Model Analysis and Algorithm Comparison</vt:lpstr>
      <vt:lpstr>What is Natural Language Processing (NLP)?</vt:lpstr>
      <vt:lpstr>Types of NLP Models</vt:lpstr>
      <vt:lpstr>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S</dc:creator>
  <cp:lastModifiedBy>Aryan S</cp:lastModifiedBy>
  <cp:revision>1</cp:revision>
  <dcterms:created xsi:type="dcterms:W3CDTF">2026-10-09T07:02:39Z</dcterms:created>
  <dcterms:modified xsi:type="dcterms:W3CDTF">2026-10-09T07:09:32Z</dcterms:modified>
</cp:coreProperties>
</file>